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1828800" cy="347472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v0.5.0 · MIT 开源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AgentBench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AI Agent 评测运维平台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用 AI 测试 AI —— 像测试软件一样测试你的 Agent</a:t>
            </a:r>
            <a:br/>
            <a:r>
              <a:t>回归测试、漂移检测、质量保障，一站完成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●  Next.js 16 + React 19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●  多提供商 AI（Anthropic + OpenAI + 自定义）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●  72 测试 · 零 Lint · 零构建错误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●  完全由 Claude Code 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三个核心亮点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0" y="594360"/>
            <a:ext cx="1828800" cy="347472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按 BP 优先级排序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3291840" cy="50292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32918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737360"/>
            <a:ext cx="457200" cy="457200"/>
          </a:xfrm>
          <a:prstGeom prst="ellipse">
            <a:avLst/>
          </a:prstGeom>
          <a:solidFill>
            <a:srgbClr val="163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  <a:latin typeface="Consolas" panose="020B0609020204030204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数据法 — 硬指标说话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2743200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用数据证明质量，而非堆砌形容词。</a:t>
            </a:r>
          </a:p>
          <a:p>
            <a:pPr>
              <a:spcAft>
                <a:spcPts val="600"/>
              </a:spcAft>
              <a:defRPr sz="600" b="0">
                <a:solidFill>
                  <a:srgbClr val="9CA3AF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72       6        0</a:t>
            </a:r>
          </a:p>
          <a:p>
            <a:pPr>
              <a:spcAft>
                <a:spcPts val="600"/>
              </a:spcAft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测试通过       评测器类型      TS/Lint 错误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63040"/>
            <a:ext cx="3291840" cy="50292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29184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1737360"/>
            <a:ext cx="457200" cy="457200"/>
          </a:xfrm>
          <a:prstGeom prst="ellipse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818CF8"/>
                </a:solidFill>
                <a:latin typeface="Consolas" panose="020B0609020204030204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模式法 — 差异化路径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4028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市面上唯一的"本地优先 + 多提供商 AI + 无后端"评测平台。</a:t>
            </a:r>
          </a:p>
          <a:p>
            <a:pPr>
              <a:spcAft>
                <a:spcPts val="600"/>
              </a:spcAft>
              <a:defRPr sz="600" b="0">
                <a:solidFill>
                  <a:srgbClr val="9CA3AF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数据全存 localStorage，导出/导入 JSON</a:t>
            </a:r>
          </a:p>
          <a:p>
            <a:pPr>
              <a:spcAft>
                <a:spcPts val="600"/>
              </a:spcAft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支持 OpenAI、Anthropic、自定义 HTTP</a:t>
            </a:r>
          </a:p>
          <a:p>
            <a:pPr>
              <a:spcAft>
                <a:spcPts val="600"/>
              </a:spcAft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无需数据库、无需服务器，可自行部署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50292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291840" cy="381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1737360"/>
            <a:ext cx="457200" cy="457200"/>
          </a:xfrm>
          <a:prstGeom prst="ellipse">
            <a:avLst/>
          </a:prstGeom>
          <a:solidFill>
            <a:srgbClr val="3B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AB308"/>
                </a:solidFill>
                <a:latin typeface="Consolas" panose="020B0609020204030204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B308"/>
                </a:solidFill>
                <a:latin typeface="微软雅黑" panose="020B0503020204020204" charset="-122"/>
              </a:defRPr>
            </a:pPr>
            <a:r>
              <a:t>团队法 — AI 原生构建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4028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整个平台完全由 Claude Code 构建。AI 编码既是手段，也是作品本身。</a:t>
            </a:r>
          </a:p>
          <a:p>
            <a:pPr>
              <a:spcAft>
                <a:spcPts val="600"/>
              </a:spcAft>
              <a:defRPr sz="600" b="0">
                <a:solidFill>
                  <a:srgbClr val="9CA3AF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3 轮迭代 · 20+ bug 修复</a:t>
            </a:r>
          </a:p>
          <a:p>
            <a:pPr>
              <a:spcAft>
                <a:spcPts val="600"/>
              </a:spcAft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18+ 文件中文化本地化</a:t>
            </a:r>
          </a:p>
          <a:p>
            <a:pPr>
              <a:spcAft>
                <a:spcPts val="600"/>
              </a:spcAft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• CC Switch 联动 · 真实数据驱动评测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为什么需要 AgentBench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"市场分析"本是最容易被跳过的环节。但如果你在做 AI Agent，以下三个事实你绕不开。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3291840" cy="32004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011680"/>
            <a:ext cx="502920" cy="502920"/>
          </a:xfrm>
          <a:prstGeom prst="roundRect">
            <a:avLst/>
          </a:prstGeom>
          <a:solidFill>
            <a:srgbClr val="3B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EF4444"/>
                </a:solidFill>
              </a:defRPr>
            </a:pPr>
            <a: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Agent 质量极其脆弱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提示词调整、模型升级、微调更新，任何改动都可能无声地降低 Agent 性能。没有系统化测试，回归问题不会被发现——直到用户投诉。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37360"/>
            <a:ext cx="3291840" cy="32004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2011680"/>
            <a:ext cx="502920" cy="502920"/>
          </a:xfrm>
          <a:prstGeom prst="roundRect">
            <a:avLst/>
          </a:prstGeom>
          <a:solidFill>
            <a:srgbClr val="3B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EAB308"/>
                </a:solidFill>
              </a:defRPr>
            </a:pPr>
            <a:r>
              <a:t>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AI Agent 缺少标准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传统软件 QA 工具（JUnit、Selenium、Jest）无法测试 AI Agent。你只能用 AI 来测试 AI——将实际响应与预期行为进行系统化对比。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737360"/>
            <a:ext cx="3291840" cy="32004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011680"/>
            <a:ext cx="502920" cy="502920"/>
          </a:xfrm>
          <a:prstGeom prst="round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818CF8"/>
                </a:solidFill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评测运维是下一片蓝海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在 46 天的机会分析中，Agent 回归测试需求出现了 12+ 次。随着 AI Agent 从实验走向生产，评测运维将成为每个 Agent 团队的必备基础设施。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"用 AI 测试 AI" —— 这不是口号，这是 Agent 时代的质量范式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产品功能全景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具象展示胜过千言万语。六大核心功能模块。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91840" cy="201168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 测试套件管理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创建、编辑、导入（JSON/JSONL）、删除。每个用例可自定义评测器。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645920"/>
            <a:ext cx="3291840" cy="201168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 多评测器引擎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精确匹配 · 包含（关键短语/否定感知）· 正则 · JSON Schema · LLM 评判 · 代码测试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291840" cy="201168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 真实与模拟模式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直连 Agent 端点（OpenAI/Anthropic/自定义 HTTP），或运行模拟回归测试。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23360"/>
            <a:ext cx="3291840" cy="201168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 版本回归对比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并排版本比较，含得分差异、通过率变化、不稳定检测、可视化柱状图。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023360"/>
            <a:ext cx="3291840" cy="201168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 AI 驱动分析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多提供商 AI 识别回归模式并建议修复方案。无 API Key 时优雅降级至演示模式。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023360"/>
            <a:ext cx="3291840" cy="201168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 本地优先 · 零后端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所有数据存储于 localStorage。导出/导入 JSON。无需数据库，可自行部署。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数据表现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不需要大，但需要证明"行得通"。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377440" cy="16459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测试通过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737360"/>
            <a:ext cx="2377440" cy="16459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测试文件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2377440" cy="16459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TypeScript 错误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737360"/>
            <a:ext cx="2377440" cy="16459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ESLint 警告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49039"/>
            <a:ext cx="5029200" cy="25603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9319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测试覆盖详情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evaluator.test.ts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4805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onsolas" panose="020B0609020204030204"/>
              </a:defRPr>
            </a:pPr>
            <a:r>
              <a:t>43 测试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754879"/>
            <a:ext cx="2688336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8720" y="4754879"/>
            <a:ext cx="4480560" cy="50800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4754879"/>
            <a:ext cx="2688336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utils.test.ts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0749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onsolas" panose="020B0609020204030204"/>
              </a:defRPr>
            </a:pPr>
            <a:r>
              <a:t>14 测试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5349239"/>
            <a:ext cx="851306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5349239"/>
            <a:ext cx="4480560" cy="50800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5349239"/>
            <a:ext cx="851306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69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agent-adapter.test.ts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6692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onsolas" panose="020B0609020204030204"/>
              </a:defRPr>
            </a:pPr>
            <a:r>
              <a:t>15 测试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5943599"/>
            <a:ext cx="940917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5943599"/>
            <a:ext cx="4480560" cy="50800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88720" y="5943599"/>
            <a:ext cx="940917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749039"/>
            <a:ext cx="4846320" cy="25603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9319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评测器体系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4480559"/>
            <a:ext cx="1371600" cy="365760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包含匹配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480559"/>
            <a:ext cx="1371600" cy="365760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精确匹配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79" y="4480559"/>
            <a:ext cx="1371600" cy="365760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正则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029199"/>
            <a:ext cx="1371600" cy="365760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JSON Schema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029199"/>
            <a:ext cx="1371600" cy="365760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LLM 评判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79" y="5029199"/>
            <a:ext cx="1371600" cy="365760"/>
          </a:xfrm>
          <a:prstGeom prst="rect">
            <a:avLst/>
          </a:prstGeom>
          <a:solidFill>
            <a:srgbClr val="163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代码测试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57783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从文本匹配到语义理解，从结构验证到代码质量——正交覆盖 Agent 评测的所有维度。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竞品分析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没有直接对手，但传统工具无法解决 AI Agent 评测问题。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645920" cy="640080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737360"/>
            <a:ext cx="2926080" cy="640080"/>
          </a:xfrm>
          <a:prstGeom prst="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AgentBench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737360"/>
            <a:ext cx="2926080" cy="640080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传统 QA 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737360"/>
            <a:ext cx="2926080" cy="640080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手工评测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164592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AI Agent 评测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377440"/>
            <a:ext cx="2926080" cy="640080"/>
          </a:xfrm>
          <a:prstGeom prst="rect">
            <a:avLst/>
          </a:prstGeom>
          <a:solidFill>
            <a:srgbClr val="1A1B3A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专为此设计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37744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✗ 不适用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37744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AB308"/>
                </a:solidFill>
                <a:latin typeface="微软雅黑" panose="020B0503020204020204" charset="-122"/>
              </a:defRPr>
            </a:pPr>
            <a:r>
              <a:t>◑ 低效、不可扩展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17520"/>
            <a:ext cx="164592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语义理解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3017520"/>
            <a:ext cx="2926080" cy="640080"/>
          </a:xfrm>
          <a:prstGeom prst="rect">
            <a:avLst/>
          </a:prstGeom>
          <a:solidFill>
            <a:srgbClr val="1A1B3A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LLM 评判 + 6 种评测器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01752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✗ 仅支持精确断言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01752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AB308"/>
                </a:solidFill>
                <a:latin typeface="微软雅黑" panose="020B0503020204020204" charset="-122"/>
              </a:defRPr>
            </a:pPr>
            <a:r>
              <a:t>◑ 依赖个人判断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164592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回归测试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657600"/>
            <a:ext cx="2926080" cy="640080"/>
          </a:xfrm>
          <a:prstGeom prst="rect">
            <a:avLst/>
          </a:prstGeom>
          <a:solidFill>
            <a:srgbClr val="1A1B3A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自动化版本对比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365760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✗ 不支持 AI 输出对比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65760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✗ 完全手动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97680"/>
            <a:ext cx="164592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部署与数据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297680"/>
            <a:ext cx="2926080" cy="640080"/>
          </a:xfrm>
          <a:prstGeom prst="rect">
            <a:avLst/>
          </a:prstGeom>
          <a:solidFill>
            <a:srgbClr val="1A1B3A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本地优先 · 零后端 · 可移植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429768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AB308"/>
                </a:solidFill>
                <a:latin typeface="微软雅黑" panose="020B0503020204020204" charset="-122"/>
              </a:defRPr>
            </a:pPr>
            <a:r>
              <a:t>◑ 需 CI/CD 集成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29768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✗ 无系统化方案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937760"/>
            <a:ext cx="164592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多 AI 提供商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4937760"/>
            <a:ext cx="2926080" cy="640080"/>
          </a:xfrm>
          <a:prstGeom prst="rect">
            <a:avLst/>
          </a:prstGeom>
          <a:solidFill>
            <a:srgbClr val="1A1B3A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3+ 提供商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493776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✗ N/A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4937760"/>
            <a:ext cx="292608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✗ 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一句话分析：AgentBench 是唯一专为 AI Agent 设计的评测运维平台。传统 QA 工具的断言模型无法处理 AI 输出的模糊性和多样性，手工评测则不可持续。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架构与技术栈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极简架构，四个组件覆盖完整评测流程。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468880" cy="34747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965960"/>
            <a:ext cx="457200" cy="457200"/>
          </a:xfrm>
          <a:prstGeom prst="round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Next.js 16 App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React 19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Tailwind CSS 4 暗色主题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useSyncExternalStore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737360"/>
            <a:ext cx="2468880" cy="34747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86200" y="1965960"/>
            <a:ext cx="457200" cy="457200"/>
          </a:xfrm>
          <a:prstGeom prst="roundRect">
            <a:avLst/>
          </a:prstGeom>
          <a:solidFill>
            <a:srgbClr val="163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API 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/api/execute — 代理转发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/api/analyze — AI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密钥不落服务器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演示模式优雅降级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37360"/>
            <a:ext cx="2468880" cy="34747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1965960"/>
            <a:ext cx="457200" cy="457200"/>
          </a:xfrm>
          <a:prstGeom prst="roundRect">
            <a:avLst/>
          </a:prstGeom>
          <a:solidFill>
            <a:srgbClr val="3B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B308"/>
                </a:solidFill>
                <a:latin typeface="微软雅黑" panose="020B0503020204020204" charset="-122"/>
              </a:defRPr>
            </a:pPr>
            <a:r>
              <a:t>评测引擎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6 种评测器类型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LLM 评判含回退机制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Token 费用估算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可配置通过阈值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737360"/>
            <a:ext cx="2468880" cy="347472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72600" y="1965960"/>
            <a:ext cx="457200" cy="457200"/>
          </a:xfrm>
          <a:prstGeom prst="roundRect">
            <a:avLst/>
          </a:prstGeom>
          <a:solidFill>
            <a:srgbClr val="163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套件 &amp; 运行 → localStorage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设置 → localStorage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导出/导入 JSON + JSONL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首次访问自动播种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MIT 开源 · 无需后端 · 无需数据库 · 可自行部署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里程碑与发展计划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已达成 5 个版本迭代，持续演进中。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920240"/>
            <a:ext cx="9966960" cy="38100"/>
          </a:xfrm>
          <a:prstGeom prst="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5E9"/>
                </a:solidFill>
                <a:latin typeface="Consolas" panose="020B0609020204030204"/>
              </a:defRPr>
            </a:pPr>
            <a:r>
              <a:t>v0.1.0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核心功能上线</a:t>
            </a:r>
            <a:br/>
            <a:r>
              <a:t>测试套件 + 运行引擎</a:t>
            </a:r>
            <a:br/>
            <a:r>
              <a:t>35 测试</a:t>
            </a:r>
          </a:p>
        </p:txBody>
      </p:sp>
      <p:sp>
        <p:nvSpPr>
          <p:cNvPr id="9" name="Oval 8"/>
          <p:cNvSpPr/>
          <p:nvPr/>
        </p:nvSpPr>
        <p:spPr>
          <a:xfrm>
            <a:off x="3497580" y="182880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606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5E9"/>
                </a:solidFill>
                <a:latin typeface="Consolas" panose="020B0609020204030204"/>
              </a:defRPr>
            </a:pPr>
            <a:r>
              <a:t>v0.2.0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606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2026.05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606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CRUD 完善</a:t>
            </a:r>
            <a:br/>
            <a:r>
              <a:t>删除套件/运行</a:t>
            </a:r>
            <a:br/>
            <a:r>
              <a:t>确认弹窗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182880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5E9"/>
                </a:solidFill>
                <a:latin typeface="Consolas" panose="020B0609020204030204"/>
              </a:defRPr>
            </a:pPr>
            <a:r>
              <a:t>v0.3.0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2026.05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UX 交互优化</a:t>
            </a:r>
            <a:br/>
            <a:r>
              <a:t>Escape 关闭 · 点击外部</a:t>
            </a:r>
            <a:br/>
            <a:r>
              <a:t>共享 Hook 提取</a:t>
            </a:r>
          </a:p>
        </p:txBody>
      </p:sp>
      <p:sp>
        <p:nvSpPr>
          <p:cNvPr id="17" name="Oval 16"/>
          <p:cNvSpPr/>
          <p:nvPr/>
        </p:nvSpPr>
        <p:spPr>
          <a:xfrm>
            <a:off x="8481060" y="182880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954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4E5E9"/>
                </a:solidFill>
                <a:latin typeface="Consolas" panose="020B0609020204030204"/>
              </a:defRPr>
            </a:pPr>
            <a:r>
              <a:t>v0.4.0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954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2026.05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954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测试扩展</a:t>
            </a:r>
            <a:br/>
            <a:r>
              <a:t>35→59 测试</a:t>
            </a:r>
            <a:br/>
            <a:r>
              <a:t>可访问性增强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0" y="182880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18CF8"/>
                </a:solidFill>
                <a:latin typeface="Consolas" panose="020B0609020204030204"/>
              </a:defRPr>
            </a:pPr>
            <a:r>
              <a:t>v0.5.0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2026.05 · 当前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全面中文化</a:t>
            </a:r>
            <a:br/>
            <a:r>
              <a:t>代码评测器上线</a:t>
            </a:r>
            <a:br/>
            <a:r>
              <a:t>CC Switch 联动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下一阶段计划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663440"/>
            <a:ext cx="237744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JSON Schema 全规范支持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4663440"/>
            <a:ext cx="237744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人工标注校准基准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663440"/>
            <a:ext cx="237744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统计显著性检验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663440"/>
            <a:ext cx="2377440" cy="640080"/>
          </a:xfrm>
          <a:prstGeom prst="rect">
            <a:avLst/>
          </a:prstGeom>
          <a:solidFill>
            <a:srgbClr val="161922"/>
          </a:solidFill>
          <a:ln w="12700">
            <a:solidFill>
              <a:srgbClr val="1E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CI/CD 集成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构建方式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不是"团队"——是 AI 原生开发范式的一次验证。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3291840" cy="41148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011680"/>
            <a:ext cx="457200" cy="457200"/>
          </a:xfrm>
          <a:prstGeom prst="roundRect">
            <a:avLst/>
          </a:prstGeom>
          <a:solidFill>
            <a:srgbClr val="1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100% AI 构建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整个 AgentBench 平台完全由 Claude Code 编写。从第一行代码到中文翻译到测试——每一行都是 AI 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onsolas" panose="020B0609020204030204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轮迭代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onsolas" panose="020B0609020204030204"/>
              </a:defRPr>
            </a:pPr>
            <a: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Bug 修复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onsolas" panose="020B0609020204030204"/>
              </a:defRPr>
            </a:pPr>
            <a:r>
              <a:t>18+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文件本地化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737360"/>
            <a:ext cx="3291840" cy="41148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2011680"/>
            <a:ext cx="457200" cy="457200"/>
          </a:xfrm>
          <a:prstGeom prst="roundRect">
            <a:avLst/>
          </a:prstGeom>
          <a:solidFill>
            <a:srgbClr val="163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CC Switch 联动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517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通过 CC Switch 中间件采集真实 Claude Code 交互数据（5,340 次请求），自动生成编码任务测试套件，形成评测闭环。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onsolas" panose="020B0609020204030204"/>
              </a:defRPr>
            </a:pPr>
            <a:r>
              <a:t>5,340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请求分析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onsolas" panose="020B0609020204030204"/>
              </a:defRPr>
            </a:pPr>
            <a:r>
              <a:t>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缓存命中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onsolas" panose="020B0609020204030204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套件导出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737360"/>
            <a:ext cx="3291840" cy="41148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2011680"/>
            <a:ext cx="457200" cy="457200"/>
          </a:xfrm>
          <a:prstGeom prst="roundRect">
            <a:avLst/>
          </a:prstGeom>
          <a:solidFill>
            <a:srgbClr val="3B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4E5E9"/>
                </a:solidFill>
                <a:latin typeface="微软雅黑" panose="020B0503020204020204" charset="-122"/>
              </a:defRPr>
            </a:pPr>
            <a:r>
              <a:t>开源社区驱动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517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MIT 许可证，完全开源。任何 AI Agent 团队都可以自行部署、贡献测试套件、扩展评测器类型。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  <a:latin typeface="Consolas" panose="020B0609020204030204"/>
              </a:defRPr>
            </a:pPr>
            <a:r>
              <a:t>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许可证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  <a:latin typeface="Consolas" panose="020B0609020204030204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外部依赖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59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  <a:latin typeface="Consolas" panose="020B0609020204030204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59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命令部署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1097280"/>
            <a:ext cx="1828800" cy="347472"/>
          </a:xfrm>
          <a:prstGeom prst="rect">
            <a:avLst/>
          </a:prstGeom>
          <a:solidFill>
            <a:srgbClr val="163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✓  可演示 · MIT 开源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0" b="1">
                <a:solidFill>
                  <a:srgbClr val="818CF8"/>
                </a:solidFill>
                <a:latin typeface="微软雅黑" panose="020B0503020204020204" charset="-122"/>
              </a:defRPr>
            </a:pPr>
            <a:r>
              <a:t>AgentBench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微软雅黑" panose="020B0503020204020204" charset="-122"/>
              </a:defRPr>
            </a:pPr>
            <a:r>
              <a:t>AI Agent 评测运维平台 — 用 AI 测试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附创始人联系方式 · GitHub 二维码 · 开源地址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114800"/>
            <a:ext cx="1737360" cy="13716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onsolas" panose="020B0609020204030204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92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评测器类型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1737360" cy="13716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onsolas" panose="020B0609020204030204"/>
              </a:defRPr>
            </a:pPr>
            <a: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92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测试通过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114800"/>
            <a:ext cx="1737360" cy="13716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onsolas" panose="020B0609020204030204"/>
              </a:defRPr>
            </a:pPr>
            <a:r>
              <a:t>3+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92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提供商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59" y="4114800"/>
            <a:ext cx="1737360" cy="1371600"/>
          </a:xfrm>
          <a:prstGeom prst="rect">
            <a:avLst/>
          </a:prstGeom>
          <a:solidFill>
            <a:srgbClr val="16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onsolas" panose="020B0609020204030204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4892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后端依赖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●  MIT 许可证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943600"/>
            <a:ext cx="27432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●  github.com/</a:t>
            </a:r>
            <a:r>
              <a:rPr lang="en-US"/>
              <a:t>CacinieP</a:t>
            </a:r>
            <a:r>
              <a:t>/agentbench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●  由 Claude Code 构建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2817</Words>
  <Application>WPS 演示</Application>
  <PresentationFormat>On-screen Show (4:3)</PresentationFormat>
  <Paragraphs>391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3</cp:revision>
  <dcterms:created xsi:type="dcterms:W3CDTF">2013-01-27T09:14:00Z</dcterms:created>
  <dcterms:modified xsi:type="dcterms:W3CDTF">2026-05-16T19:56:43Z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2389B5090F7D412794BD3E92EB7DA010_12</vt:lpwstr>
  </property>
  <property fmtid="{D5CDD505-2E9C-101B-9397-08002B2CF9AE}" pid="3" name="KSOProductBuildVer">
    <vt:lpwstr>2052-12.8.2.19823</vt:lpwstr>
  </property>
</Properties>
</file>